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09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286000"/>
            <a:ext cx="6400800" cy="64008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THIRD-YEAR AI / SECURITY PROJECT PROPOSAL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Continuous Authentication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Account-Takeover Detection Using Behavioral Intelligence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46120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i="1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login asks: </a:t>
            </a: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you enter the right password?”
</a:t>
            </a:r>
            <a:r>
              <a:rPr lang="en-US" sz="1650" i="1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keeps asking, for the whole session: </a:t>
            </a:r>
            <a:r>
              <a:rPr lang="en-US" sz="16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you still behave like the real user?”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22960" y="5257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0" name="Image 0" descr="/home/claude/deck/icon_fingerprin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3492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44752" y="5257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biometrics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069080" y="5257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3" name="Image 1" descr="/home/claude/deck/icon_activit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53492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90872" y="5257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risk scoring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315200" y="5257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6" name="Image 2" descr="/home/claude/deck/icon_shieldaler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53492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36992" y="5257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Takeover detection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is not the finish 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password + MFA only proves who logged in — not who is still there.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200400" cy="3931920"/>
          </a:xfrm>
          <a:prstGeom prst="roundRect">
            <a:avLst>
              <a:gd name="adj" fmla="val 3429"/>
            </a:avLst>
          </a:prstGeom>
          <a:solidFill>
            <a:srgbClr val="F4FAF9"/>
          </a:solidFill>
          <a:ln w="12700">
            <a:solidFill>
              <a:srgbClr val="D9ED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25146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deck/icon_shield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26700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login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+ MFA all check out. The system marks the session trusted — and stops watching.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5257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Authentication successful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97764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afterward…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931920" y="4023360"/>
            <a:ext cx="1828800" cy="320040"/>
          </a:xfrm>
          <a:prstGeom prst="rightArrow">
            <a:avLst/>
          </a:prstGeom>
          <a:solidFill>
            <a:srgbClr val="D9EDEA"/>
          </a:solidFill>
          <a:ln/>
        </p:spPr>
      </p:sp>
      <p:sp>
        <p:nvSpPr>
          <p:cNvPr id="13" name="Shape 10"/>
          <p:cNvSpPr/>
          <p:nvPr/>
        </p:nvSpPr>
        <p:spPr>
          <a:xfrm>
            <a:off x="5943600" y="2148840"/>
            <a:ext cx="3200400" cy="3931920"/>
          </a:xfrm>
          <a:prstGeom prst="roundRect">
            <a:avLst>
              <a:gd name="adj" fmla="val 3429"/>
            </a:avLst>
          </a:prstGeom>
          <a:solidFill>
            <a:srgbClr val="FDF2F1"/>
          </a:solidFill>
          <a:ln w="12700">
            <a:solidFill>
              <a:srgbClr val="F6D8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20840" y="2514600"/>
            <a:ext cx="731520" cy="731520"/>
          </a:xfrm>
          <a:prstGeom prst="ellipse">
            <a:avLst/>
          </a:prstGeom>
          <a:solidFill>
            <a:srgbClr val="C94C4C"/>
          </a:solidFill>
          <a:ln/>
        </p:spPr>
      </p:sp>
      <p:pic>
        <p:nvPicPr>
          <p:cNvPr id="15" name="Image 1" descr="/home/claude/deck/icon_userx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2670048"/>
            <a:ext cx="420624" cy="4206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12648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hijacked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126480" y="37490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credentials, an unlocked workstation, or session hijacking hand control to an attacker — inside an already-trusted session.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26480" y="5257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Nobody re-checks who's typing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9418320" y="2148840"/>
            <a:ext cx="2148840" cy="3931920"/>
          </a:xfrm>
          <a:prstGeom prst="roundRect">
            <a:avLst>
              <a:gd name="adj" fmla="val 5106"/>
            </a:avLst>
          </a:prstGeom>
          <a:solidFill>
            <a:srgbClr val="0B2E33"/>
          </a:solidFill>
          <a:ln/>
        </p:spPr>
      </p:sp>
      <p:sp>
        <p:nvSpPr>
          <p:cNvPr id="20" name="Text 16"/>
          <p:cNvSpPr/>
          <p:nvPr/>
        </p:nvSpPr>
        <p:spPr>
          <a:xfrm>
            <a:off x="960120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9601200" y="27889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</a:t>
            </a:r>
            <a:endParaRPr lang="en-US" sz="2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</a:t>
            </a:r>
            <a:endParaRPr lang="en-US" sz="2100" dirty="0"/>
          </a:p>
        </p:txBody>
      </p:sp>
      <p:sp>
        <p:nvSpPr>
          <p:cNvPr id="22" name="Text 18"/>
          <p:cNvSpPr/>
          <p:nvPr/>
        </p:nvSpPr>
        <p:spPr>
          <a:xfrm>
            <a:off x="9601200" y="37033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identity once, at the door.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9601200" y="4480560"/>
            <a:ext cx="17373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9601200" y="46177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9601200" y="5257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the session itself, continuously.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you're in, no one checks it's still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66360" cy="1691640"/>
          </a:xfrm>
          <a:prstGeom prst="roundRect">
            <a:avLst>
              <a:gd name="adj" fmla="val 5405"/>
            </a:avLst>
          </a:prstGeom>
          <a:solidFill>
            <a:srgbClr val="F4FA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AUTHENTICATION ASKS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50" i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“Did the user enter the correct credentials?”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ASKS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6520" y="228600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“Does the person behind the keyboard still behave like the legitimate user?”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credentials were correct. The attacker is still inside a fully-authenticated session — and nothing is watching.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553712"/>
            <a:ext cx="566928" cy="566928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13" name="Image 0" descr="/home/claude/deck/icon_keyboard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681728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00" y="52303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behavioral check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559612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rhythm, mouse habits and app usage go completely unmonitored after login.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89120" y="42976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4553712"/>
            <a:ext cx="566928" cy="566928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18" name="Image 1" descr="/home/claude/deck/icon_terminal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4681728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63440" y="52303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look “valid”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663440" y="559612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escalation, sensitive file access, exfiltration each pass basic checks alone.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138160" y="42976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412480" y="4553712"/>
            <a:ext cx="566928" cy="566928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23" name="Image 2" descr="/home/claude/deck/icon_gauge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4681728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12480" y="523036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trust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412480" y="559612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simply “trusted” or “not” — no way to react as risk quietly builds.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continuous, adaptive trust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behavioral, system and contextual signals into one live session-trust score — then react automatically.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6" name="Shape 4"/>
          <p:cNvSpPr/>
          <p:nvPr/>
        </p:nvSpPr>
        <p:spPr>
          <a:xfrm>
            <a:off x="1330452" y="2167128"/>
            <a:ext cx="585216" cy="585216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7" name="Image 0" descr="/home/claude/deck/icon_keyboard_0280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468" y="229514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8620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+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signals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keystroke, mouse,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apps, processes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633472" y="2866644"/>
            <a:ext cx="201168" cy="164592"/>
          </a:xfrm>
          <a:prstGeom prst="rightArrow">
            <a:avLst/>
          </a:prstGeom>
          <a:solidFill>
            <a:srgbClr val="B9DAD6"/>
          </a:solidFill>
          <a:ln/>
        </p:spPr>
      </p:sp>
      <p:sp>
        <p:nvSpPr>
          <p:cNvPr id="11" name="Shape 8"/>
          <p:cNvSpPr/>
          <p:nvPr/>
        </p:nvSpPr>
        <p:spPr>
          <a:xfrm>
            <a:off x="2862072" y="196596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12" name="Shape 9"/>
          <p:cNvSpPr/>
          <p:nvPr/>
        </p:nvSpPr>
        <p:spPr>
          <a:xfrm>
            <a:off x="3552444" y="2167128"/>
            <a:ext cx="585216" cy="585216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13" name="Image 1" descr="/home/claude/deck/icon_layers_0280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229514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53512" y="28620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953512" y="3383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each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over time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855464" y="2866644"/>
            <a:ext cx="201168" cy="164592"/>
          </a:xfrm>
          <a:prstGeom prst="rightArrow">
            <a:avLst/>
          </a:prstGeom>
          <a:solidFill>
            <a:srgbClr val="B9DAD6"/>
          </a:solidFill>
          <a:ln/>
        </p:spPr>
      </p:sp>
      <p:sp>
        <p:nvSpPr>
          <p:cNvPr id="17" name="Shape 13"/>
          <p:cNvSpPr/>
          <p:nvPr/>
        </p:nvSpPr>
        <p:spPr>
          <a:xfrm>
            <a:off x="5084064" y="196596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18" name="Shape 14"/>
          <p:cNvSpPr/>
          <p:nvPr/>
        </p:nvSpPr>
        <p:spPr>
          <a:xfrm>
            <a:off x="5774436" y="2167128"/>
            <a:ext cx="585216" cy="585216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19" name="Image 2" descr="/home/claude/deck/icon_activity_0280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2452" y="2295144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75504" y="28620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check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175504" y="3383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events vs.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chains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077456" y="2866644"/>
            <a:ext cx="201168" cy="164592"/>
          </a:xfrm>
          <a:prstGeom prst="rightArrow">
            <a:avLst/>
          </a:prstGeom>
          <a:solidFill>
            <a:srgbClr val="B9DAD6"/>
          </a:solidFill>
          <a:ln/>
        </p:spPr>
      </p:sp>
      <p:sp>
        <p:nvSpPr>
          <p:cNvPr id="23" name="Shape 18"/>
          <p:cNvSpPr/>
          <p:nvPr/>
        </p:nvSpPr>
        <p:spPr>
          <a:xfrm>
            <a:off x="7306056" y="196596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028090"/>
          </a:solidFill>
          <a:ln/>
        </p:spPr>
      </p:sp>
      <p:sp>
        <p:nvSpPr>
          <p:cNvPr id="24" name="Shape 19"/>
          <p:cNvSpPr/>
          <p:nvPr/>
        </p:nvSpPr>
        <p:spPr>
          <a:xfrm>
            <a:off x="7996428" y="216712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/home/claude/deck/icon_gaug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4444" y="2295144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97496" y="28620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397496" y="3383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9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0–100, updated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9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9299448" y="2866644"/>
            <a:ext cx="201168" cy="164592"/>
          </a:xfrm>
          <a:prstGeom prst="rightArrow">
            <a:avLst/>
          </a:prstGeom>
          <a:solidFill>
            <a:srgbClr val="B9DAD6"/>
          </a:solidFill>
          <a:ln/>
        </p:spPr>
      </p:sp>
      <p:sp>
        <p:nvSpPr>
          <p:cNvPr id="29" name="Shape 23"/>
          <p:cNvSpPr/>
          <p:nvPr/>
        </p:nvSpPr>
        <p:spPr>
          <a:xfrm>
            <a:off x="9528048" y="196596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30" name="Shape 24"/>
          <p:cNvSpPr/>
          <p:nvPr/>
        </p:nvSpPr>
        <p:spPr>
          <a:xfrm>
            <a:off x="10218420" y="2167128"/>
            <a:ext cx="585216" cy="585216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31" name="Image 4" descr="/home/claude/deck/icon_shieldalert_0280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36" y="2295144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19488" y="28620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9619488" y="33832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→ MFA →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restrict/alert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64008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RESPONSE TIERS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40080" y="46177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41248" y="48463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7" name="Text 30"/>
          <p:cNvSpPr/>
          <p:nvPr/>
        </p:nvSpPr>
        <p:spPr>
          <a:xfrm>
            <a:off x="1097280" y="47000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868680" y="5029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normally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3401568" y="46177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3602736" y="4846320"/>
            <a:ext cx="146304" cy="146304"/>
          </a:xfrm>
          <a:prstGeom prst="ellipse">
            <a:avLst/>
          </a:prstGeom>
          <a:solidFill>
            <a:srgbClr val="E8C547"/>
          </a:solidFill>
          <a:ln/>
        </p:spPr>
      </p:sp>
      <p:sp>
        <p:nvSpPr>
          <p:cNvPr id="41" name="Text 34"/>
          <p:cNvSpPr/>
          <p:nvPr/>
        </p:nvSpPr>
        <p:spPr>
          <a:xfrm>
            <a:off x="3858768" y="47000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60–79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3630168" y="5029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closely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6163056" y="46177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364224" y="4846320"/>
            <a:ext cx="146304" cy="146304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5" name="Text 38"/>
          <p:cNvSpPr/>
          <p:nvPr/>
        </p:nvSpPr>
        <p:spPr>
          <a:xfrm>
            <a:off x="6620256" y="47000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40–59</a:t>
            </a:r>
            <a:endParaRPr lang="en-US" sz="1300" dirty="0"/>
          </a:p>
        </p:txBody>
      </p:sp>
      <p:sp>
        <p:nvSpPr>
          <p:cNvPr id="46" name="Text 39"/>
          <p:cNvSpPr/>
          <p:nvPr/>
        </p:nvSpPr>
        <p:spPr>
          <a:xfrm>
            <a:off x="6391656" y="5029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MFA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8924544" y="46177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9125712" y="4846320"/>
            <a:ext cx="146304" cy="146304"/>
          </a:xfrm>
          <a:prstGeom prst="ellipse">
            <a:avLst/>
          </a:prstGeom>
          <a:solidFill>
            <a:srgbClr val="C94C4C"/>
          </a:solidFill>
          <a:ln/>
        </p:spPr>
      </p:sp>
      <p:sp>
        <p:nvSpPr>
          <p:cNvPr id="49" name="Text 42"/>
          <p:cNvSpPr/>
          <p:nvPr/>
        </p:nvSpPr>
        <p:spPr>
          <a:xfrm>
            <a:off x="9381744" y="47000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</a:t>
            </a:r>
            <a:endParaRPr lang="en-US" sz="1300" dirty="0"/>
          </a:p>
        </p:txBody>
      </p:sp>
      <p:sp>
        <p:nvSpPr>
          <p:cNvPr id="50" name="Text 43"/>
          <p:cNvSpPr/>
          <p:nvPr/>
        </p:nvSpPr>
        <p:spPr>
          <a:xfrm>
            <a:off x="9153144" y="5029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/ alert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Microsoft Macintosh PowerPoint</Application>
  <PresentationFormat>Widescreen</PresentationFormat>
  <Paragraphs>72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Anna Stokes</cp:lastModifiedBy>
  <cp:revision>2</cp:revision>
  <dcterms:created xsi:type="dcterms:W3CDTF">2026-08-09T15:24:20Z</dcterms:created>
  <dcterms:modified xsi:type="dcterms:W3CDTF">2026-08-09T15:27:07Z</dcterms:modified>
</cp:coreProperties>
</file>